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707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4572000" cy="12344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3168" y="0"/>
            <a:ext cx="4370832" cy="123444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Using GitHub Spec Kit Exploration (Mahantesh)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237744" y="1298448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What is Spec Kit (SDD)?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487168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470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Spec Kit is an open-source toolkit from GitHub implementing Spec-Driven Development. It converts code and ideas into structured, AI-assisted execution — using GitHub Copilot as the delivery engine.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Instead of free-form prompting, Spec Kit drives: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72491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Constitution </a:t>
            </a:r>
            <a:r>
              <a:rPr lang="en-US" sz="950" dirty="0">
                <a:solidFill>
                  <a:srgbClr val="333333"/>
                </a:solidFill>
              </a:rPr>
              <a:t>— non-negotiable rules and standards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Specification </a:t>
            </a:r>
            <a:r>
              <a:rPr lang="en-US" sz="950" dirty="0">
                <a:solidFill>
                  <a:srgbClr val="333333"/>
                </a:solidFill>
              </a:rPr>
              <a:t>— derived from code, not BRD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2186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Plan </a:t>
            </a:r>
            <a:r>
              <a:rPr lang="en-US" sz="950" dirty="0">
                <a:solidFill>
                  <a:srgbClr val="333333"/>
                </a:solidFill>
              </a:rPr>
              <a:t>— architecture + constitution gates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465576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Tasks </a:t>
            </a:r>
            <a:r>
              <a:rPr lang="en-US" sz="950" dirty="0">
                <a:solidFill>
                  <a:srgbClr val="333333"/>
                </a:solidFill>
              </a:rPr>
              <a:t>— ordered, phased, executable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71246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Implement </a:t>
            </a:r>
            <a:r>
              <a:rPr lang="en-US" sz="950" dirty="0">
                <a:solidFill>
                  <a:srgbClr val="333333"/>
                </a:solidFill>
              </a:rPr>
              <a:t>— Copilot generates the code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95935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Verification </a:t>
            </a:r>
            <a:r>
              <a:rPr lang="en-US" sz="950" dirty="0">
                <a:solidFill>
                  <a:srgbClr val="333333"/>
                </a:solidFill>
              </a:rPr>
              <a:t>— FR-XXX traceability sign-off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206240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By structuring these stages, Spec Kit ensures consistent, repeatable, and auditable AI-assisted delivery across new and existing projects.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45536" y="1298448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389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Where Spec Kit Helps?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73552" y="1773936"/>
            <a:ext cx="2487168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84708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Instead of ad-hoc prompts and manual coordination, Spec Kit enables: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73552" y="22128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Clear project context — constitution read by every command automatically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73552" y="25511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Code-first spec — AI reads existing code, no BRD or FRD needed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73552" y="288950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Verifiable tasks — dependency ordered, phased, [P] parallel markers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73552" y="322783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Full traceability — FR-XXX flows spec → plan → tasks → code → checklist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73552" y="36027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Security enforcement — CSP, html.escape(), no inline handlers via constitution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73552" y="39776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Dev + QA in one plan — E2E tests generated alongside feature code, no handoffs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73552" y="435254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All this runs through slash commands (/speckit.specify, /speckit.plan...) while Copilot handles the complexity behind the scenes.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53328" y="1298448"/>
            <a:ext cx="288950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138988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Our Use Case: GHCP Rollout Dashboard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81344" y="1773936"/>
            <a:ext cx="2633472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1847088"/>
            <a:ext cx="2633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Applied Spec Kit (brownfield) to the GHCP Rollout Dashboard — a Python-generated static HTML dashboard tracking GenAI SDLC Phase 1 rollout across teams.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81344" y="237744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340"/>
                </a:solidFill>
              </a:rPr>
              <a:t>What we generated from existing code: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81344" y="261518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Constitution — Playwright Python, CSP, html.escape(), single test file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81344" y="2935224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Spec — AI read rllot_dashboard.html + rllot_data.json, derived FR-001 to FR-007 (zero BRD)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81344" y="332841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Plan → Tasks → 7 passing Playwright E2E tests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81344" y="361188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Checklist — FR-XXX grep verified across all 5 artifacts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63056" y="3913632"/>
            <a:ext cx="2670048" cy="749808"/>
          </a:xfrm>
          <a:prstGeom prst="rect">
            <a:avLst/>
          </a:prstGeom>
          <a:solidFill>
            <a:srgbClr val="EDF3FF"/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96849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</a:rPr>
              <a:t>Goal: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</a:rPr>
              <a:t>Prove code-first SDD works brownfield — AI reads existing code, derives spec, generates E2E tests with zero changes to existing scripts.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01168" y="5047488"/>
            <a:ext cx="8942832" cy="13716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92624"/>
            <a:ext cx="8686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</a:rPr>
              <a:t>EA Team  •  GitHub Spec Kit  •  May 2026  •  7 Playwright Tests: 0 Failed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378</Words>
  <Application>Microsoft Office PowerPoint</Application>
  <PresentationFormat>On-screen Show (16:9)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Mahantesh Pujar</cp:lastModifiedBy>
  <cp:revision>1</cp:revision>
  <dcterms:created xsi:type="dcterms:W3CDTF">2026-05-29T04:09:50Z</dcterms:created>
  <dcterms:modified xsi:type="dcterms:W3CDTF">2026-05-29T05:17:25Z</dcterms:modified>
</cp:coreProperties>
</file>