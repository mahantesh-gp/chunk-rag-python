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1.png"/><Relationship Id="rId3" Type="http://schemas.openxmlformats.org/officeDocument/2006/relationships/image" Target="../media/image-2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VIBE CODING 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tools exist, why the discipline outlives them, and how to decide for your own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Mahantesh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EA GenAI Team — SDD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tutorial. Three promises for the next hour.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258775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Toolkits Exist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come later — same underlying problem, different engineering answers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8358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asset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58775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Tool-Agnostic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outlives any single product name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2406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258775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4964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Mindset Reasons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4108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 and when it doesn't — so the idea is complete, not just abstract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SDD Is — and What Changed in the AI Coding Market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92024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EMERGING DISCIPLINE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 Is Still a New, Evolving Term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definition: capture what to build, why, and what “done” looks like — durably and reviewably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is NOT just a long prompt — a prompt lives in one chat; a spec lives with the project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reviewed, updated, reused by AI, and checked against the final code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 — NOT A SUDDEN LEAP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 of AI-Assisted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06752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20675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 iterate until it looks right. Fast — but context is chat-bound.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262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4152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71032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597103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3296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7868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plan; you review before code. Better — but usually thrown away.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0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0580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35312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973531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39724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44296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persists as project files: reviewed, reused, drives the work.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isn't alien — it's a more disciplined version of the plan mode many of you already use.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 Is Not “AI Has No Memory”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 have context mechanisms — but feature intent still isn't preserved unless we make it durable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025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context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finite, easy to lose once the conversation ends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7432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03580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912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432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instructions / AGENTS.md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274320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standing rules (stack, standards) — but not a feature specification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393192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42245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799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931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artifacts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393192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intent, plans, tasks, and checks that survive and stay reviewable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51206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541324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5686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20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+ reviews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2040" y="512064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and human validation that the intent was actually met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Shift — From Instructions to Durable Intent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Shift: Tactical to Strategic, Instruction to Intent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two dimensions — how long context lives, and how much it captures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5B678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WAY (tactical + instruction)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chat, short-lived plan — easy to lose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delete button”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exactly this, nothing more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go unhandled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 MINDSET (strategic + intent)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context — reviewed, survives sessions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remove items without losing important data”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reason: confirmation? undo? audit?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spec captures both dimensions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TOOL-AGNOSTIC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Delivery Backbone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problem? What does the business need?</a:t>
            </a:r>
            <a:endParaRPr lang="en-US" sz="95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484" y="351129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16936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1316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3671316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90088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/ DESIGN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26664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true? How will we build it?</a:t>
            </a:r>
            <a:endParaRPr lang="en-US" sz="95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3511296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48072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02452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590245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221224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257800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units of work</a:t>
            </a:r>
            <a:endParaRPr lang="en-US" sz="95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3511296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79208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33588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19"/>
          <p:cNvSpPr/>
          <p:nvPr/>
        </p:nvSpPr>
        <p:spPr>
          <a:xfrm>
            <a:off x="8133588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452360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7488936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change</a:t>
            </a:r>
            <a:endParaRPr lang="en-US" sz="950" dirty="0"/>
          </a:p>
        </p:txBody>
      </p:sp>
      <p:pic>
        <p:nvPicPr>
          <p:cNvPr id="27" name="Image 3" descr="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3511296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10344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64724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1036472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9683496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EVOLVE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720072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alignment; fix the right artifact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differ between tools. This backbone doesn't — and it's what makes the skill portable.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Are Implementations — Not the Mindset Itself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Compete as Implementations — Here's the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unrelated ideas: BMAD, Spec Kit, OpenSpec, GSD all answer the SAME questions — capture intent, plan, split work, guide, verify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2148840"/>
                <a:gridCol w="237744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/ clarify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Analysis, brief, PRD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specify, clarify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explore, propose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Discuss,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solutioning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(design)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Epics &amp; stories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(tasks)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Waves /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dev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/ evolve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correct-course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analyze, converge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verify, sync, archive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Verify, 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question: “Which is the real SDD tool?”  Right question: “Which fits my project and risk?”  The names differ — the core activities line up. That's what makes any NEW tool easy to place too.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Tools on Axes, Not Opinions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label a framework “good” or “bad.” Ask what trade-off it makes.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72821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8366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tightness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strictly do spec and code stay honest with each other?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505456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679192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505456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weight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2505456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artifact and ceremony must humans actually review?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3456432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456432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depth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3456432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checking advisory, automated, or genuinely enforced?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4407408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4581144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asset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365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407408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scope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2040" y="4407408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one repo, one team, or a full lifecycle?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85800" y="5358384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55321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asset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8756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358384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892040" y="5358384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scale down for small work and up for risky work?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Sync-Tightness Taxonomy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SDD is spec-first. Not all SDD is spec-anchored. (Tool placement is our working assessment, not an official label.)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8896B8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SPEC-FIRST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guides creation. Afterward, code and spec can drift unless the team maintains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SPEC-ANCHORED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stays active after delivery and is updated as the feature evolves.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SPEC-AS-SOURCE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is the primary source. Humans change the spec; agents regenerate code.</a:t>
            </a:r>
            <a:endParaRPr lang="en-US" sz="1250" dirty="0"/>
          </a:p>
        </p:txBody>
      </p:sp>
      <p:pic>
        <p:nvPicPr>
          <p:cNvPr id="13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3657600"/>
            <a:ext cx="274320" cy="274320"/>
          </a:xfrm>
          <a:prstGeom prst="rect">
            <a:avLst/>
          </a:prstGeom>
        </p:spPr>
      </p:pic>
      <p:pic>
        <p:nvPicPr>
          <p:cNvPr id="14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36576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this of any tool — including ones that don't exist yet.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What “Sync” Actually Means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architects in the room — the mechanism, not just the label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drift looks like in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generates initial code. No tooling reconciles them afterward — it relies on human discipline.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dev fixes a bug directly in code. spec.md still describes old behavior. Nobody notices until someone reads stale docs, or the next AI-assisted change is generated from the wrong spec.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Spec-Anchored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is a REQUIRED step in the normal workflow loop — built into the process, not optional tooling.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is possible only if someone skips the sync step. Following the intended workflow, spec and code stay aligned by design, not by memory.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Spec-as-Source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is treated as a generated artifact of the spec. Humans primarily edit specs, not code directly.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drift becomes hard — but risk shifts elsewhere: is the generator deterministic? Can you trust regenerated output the same way twice?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Current Tools Actually Provide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Kit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by default, agent-agnostic, Markdown-artifact driven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QUALITY GATES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517904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1517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8658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658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9534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0410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1286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taskstoissues converts the generated task list into GitHub Issues — connecting the spec directly to work tracking.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Spec Kit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across a lifecycle — not just “party mode”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 (when depth is needed)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412748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4127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98948" y="2011680"/>
            <a:ext cx="1728216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298948" y="201168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55764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55764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FLOW (small, clear changes)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framing: BMAD can go deep OR light. Do NOT say “BMAD is always heavy” — the team chooses how much process is worth it.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BMAD Method workflow map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OpenSpec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proposals and synced specs — a good example of spec-anchored style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(finer control)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it separates the current MAIN spec from a small CHANGE spec — then syncs the new behavior back in when done.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OpenSpec OPSX docs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92024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WILL KEEP CHANGING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Shrink as Base Agents Get Stronger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Agent OS deliberately REMOVED its own planning and task-breakdown features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base AI assistants got good enough to do that part themselves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tool makers drop features as the ground shifts, betting on one feature list is risky — the DISCIPLINE is what lasts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Guardrails — Specs Help, But Don't Guarantee Correctness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OUR OWN 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rule is necessary. It is not sufficient.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WE WROTE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business logic in controllers”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GENERATED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controller calling the database directly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implementation — not just the document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reason to avoid SDD. It is the reason SDD must include review, tests, and convergence checks.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Goes Wrong, Classify the Gap First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behavior change SDD should create in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→ IMPLEMENTATION GAP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described it correctly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did something else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verification so it's caught earlier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→ SPEC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followed the spec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expressed the wrong intent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description FIRST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bug returns later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Spec the Whole Past Before Making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621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73621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uneven, partially understood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55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0045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942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55942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9189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change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761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business value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2366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8263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38263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51510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+ lock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082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code; add tests for current behavior</a:t>
            </a:r>
            <a:endParaRPr lang="en-US" sz="100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78" y="372160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4687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05847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1020584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33831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the change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38403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implement and verify safely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important areas become well-specified and tested. Stable or dead areas can stay untouched.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SDD Mindset Actually Reasons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SDD Apply Here At All?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checklist for you to fill in — this is how a spec-driven thinker reasons instinctively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452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00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change hands often?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handover → durable written intent pays back quickly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1394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3944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and long-lived?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313944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+ complex → the discipline earns its cost. A one-off script does not.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7244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52151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705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2440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a missed requirement?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472440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financial, safety, client impact → tighter review and verification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Actually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instinctive reasoning, continued — still not a personal action item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452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00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the spec?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writes, approves, updates, and checks it? Without an owner, it goes stale.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1394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3944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client need traceability?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313944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alone isn't an audit trail — it becomes one when linked to approvals, PRs, tests, releases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7244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52151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705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2440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evidence would convince us?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472440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org-wide. Ask what proof, on one real feature, would be enough.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TRIAL LOOKS LIKE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Descriptive, Not a Homework Assignment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621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73621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real, valuable change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55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0045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942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55942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9189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task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761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unclear points first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2366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8263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38263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51510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082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small, reviewable slices</a:t>
            </a:r>
            <a:endParaRPr lang="en-US" sz="100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78" y="372160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4687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05847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1020584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33831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retro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38403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decide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 real evaluation from just picking a favorite — shown so the idea is concrete, not a task for you.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Safe Adoption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better delivery — not more Markdown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specs focused, reviewed, versioned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them to tasks, tests, and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checks: clarify, checklist, analyze, converge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unnecessary information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mechanically and call it transformation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generated specs or code without review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“markdown monster” nobody reads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org-wide rollout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" name="Image 0" descr="asset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91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ask. Just one thing worth checking.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explain to a colleague, in your own words, why this is different from vibe coding — and why it matters?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429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SDD mindset, not the tool mindset.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from now, some commands change. The durable ideas — intent, context, review, verification, proportional process — do not.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more interested in where you think this way of thinking WON'T fit than where it will.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Used to Update This Version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/ backup — for Q&amp;A on tool accuracy. Not presented.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7373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documentation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github.com/github/spec-kit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command reference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github.github.io/spec-kit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712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712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custom instructions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7121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 — repository instructions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3814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 workflow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43814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docs.bmad-method.org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0050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OPSX 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00507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openspec.dev / github.com/Fission-AI/OpenSpec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5720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Böckeler, Understanding Spec-Driven 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martinfowler.com/articles/exploring-gen-ai/sdd-3-tools.html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1389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1389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OS v3 migration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13892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buildermethods.com/agent-os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2026-08-04T15:30:12Z</dcterms:created>
  <dcterms:modified xsi:type="dcterms:W3CDTF">2026-08-04T15:30:12Z</dcterms:modified>
</cp:coreProperties>
</file>