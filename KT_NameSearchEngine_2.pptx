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93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I'm handing over a name-matching search engine I built. Three layers: SQL matching engine, .NET API, and a web UI. I'll walk through the journey, the architecture, a live demo,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we tried Azure AI Search — vector and hybrid search. Both worked as designed, but didn't match the ground truth from the 5 existing legacy SQL algorithms already in production (e.g. searching 'John Smith' was expected to return a specific set of names). Next we tried custom analyzers — Beider-Morse and Double Metaphone — which worked very well, even for European, Spanish, and Chinese names. But at 1.36 billion records, that came out to about $4,000/month, so we explored PostgreSQL as a lower-cost path — which is what we use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a plain exact-match search misses a lot of real matches. This engine handles misspellings, nicknames, business suffix variants, and phonetic variants all in a single search call, and tells the caller why each result 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layers, in data-flow order: PostgreSQL function contains all matching logic, the .NET API calls it and maps results, and the UI calls the API. The matching rules live in exactly one place — the SQL function — so there's a single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eight CTEs in execution order: normalize/tokenize, early exact bailout, nickname expansion, exact matches, trigram+Levenshtein fuzzy, rule-based scoring with classifications, phonetic matching via Double Metaphone, and finally dedup+rank by priority Exact&gt;Nickname&gt;Trigram&gt;Phonetic.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holds the whole record. person_names holds one row per token of a name — that's what lets us put trigram and phonetic indexes on individual words, so 'Johal Kalvinder' can match on just one token without fuzzy-matching the full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API side: GetNameSuggestionsAsync for autocomplete, SearchPersonsAsync for the real search, mapping JSONB metadata into the DTO. On the UI side: filters, match-strategy banner, and the 'why this matched' explanation per result — live demo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gotchas list — these matter most for the senior data engineer. Then open the floor for questions. Share the repo, this deck, and the full KT script document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27336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3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Transfer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&amp; Trigram Name Search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Matching Engine  →  .NET API  →  Search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VP  |  PM  |  Senior Data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Got 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The road from Azure AI Search to PostgreSQL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— Vector / Hybrid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227685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as designed, but didn't match the ground-truth results from the 5 legacy SQL algorithms already in production.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116" y="3694176"/>
            <a:ext cx="109728" cy="109728"/>
          </a:xfrm>
          <a:prstGeom prst="ellipse">
            <a:avLst/>
          </a:prstGeom>
          <a:solidFill>
            <a:srgbClr val="3E6AE1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64592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— Custom Analyzers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3108960"/>
            <a:ext cx="227685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Beider-Morse + Double Metaphone phonetic search. Worked very well, even across European, Spanish, and Chinese names.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48756" y="3694176"/>
            <a:ext cx="109728" cy="109728"/>
          </a:xfrm>
          <a:prstGeom prst="ellipse">
            <a:avLst/>
          </a:prstGeom>
          <a:solidFill>
            <a:srgbClr val="3E6A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64592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1828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2512" y="2423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Wall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7685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~1.36 billion records → roughly $4,000/month. Too expensive to sustain.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83396" y="3694176"/>
            <a:ext cx="109728" cy="109728"/>
          </a:xfrm>
          <a:prstGeom prst="ellipse">
            <a:avLst/>
          </a:prstGeom>
          <a:solidFill>
            <a:srgbClr val="3E6A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64592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EAF1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1715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21715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17152" y="242316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17152" y="3108960"/>
            <a:ext cx="227685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as a low-cost alternative — became the current production-bound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Exists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Exact-match search misses real matches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"Smioth" should still find "Smith"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874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"Bill" should match "William"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suffixes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"ABC Solutions" should match "ABC Solutions LLC"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7947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4480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"Smith" vs "Smyth" — sounds alike, spelled differently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E6AE1"/>
                </a:solidFill>
              </a:rPr>
              <a:t>The engine handles all four in one search call — and explains WHY each result matched.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Three layers, one source of truth for matching logic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search_persons() function — ALL matching logic: exact, business core-name, trigram fuzzy, phonetic, nickname expansion, scoring &amp; ranking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6AE1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44546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310896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NativeDatabaseService.cs + SearchController.cs — opens DB connection, resolves filters, calls search_persons(), maps results to DTOs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6AE1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EAF1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 Search Tool" — search box with autocomplete, filters, results list with "Why this matched" explanation per row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search_persons() — The Matching Cascade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Executes top to bottom, fastest/strongest checks first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904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0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42646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Tokenize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70432" y="1810512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Uppercase, strip punctuation; weight tokens (suffixes like LTD=0.2, names=1.0)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4904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490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3992" y="142646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Exact Match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93992" y="1810512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Fast-path full-name exact match before any expensive fuzzy logic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7889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2724912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 Expansion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70432" y="3108960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"Bill" ↔ "William" via nickname_maps 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670048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78892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93992" y="2724912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93992" y="3108960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+ business core-name (ignores LLC/INC/etc.)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68496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0873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87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4023360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 + Levenshtein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70432" y="4407408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similarity() fuzzy match; capped at 5,000 candidates for performance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968496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408736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087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93992" y="4023360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93992" y="4407408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AllTokensExact (0.95), HighCoverageFuzzy (≥80%), PartialExact, superstring penalty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266944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538581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385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70432" y="5321808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(Double Metaphone)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70432" y="5705856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sound-alike names; weighted 0.59, capped at 1,000 candidates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5266944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538581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5385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93992" y="5321808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&amp; Rank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793992" y="5705856"/>
            <a:ext cx="4544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Exact &gt; Nickname &gt; Trigram &gt; Phonetic → final ranked list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Tables, Two Jobs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person (record of truth) vs. person_names (search index)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E8"/>
                </a:solidFill>
              </a:rPr>
              <a:t>One row per person / business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full_name, normalized_name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county, flag (I/B)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business_core_name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exact + business-core matches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EAF1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person_names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6AE1"/>
                </a:solidFill>
              </a:rPr>
              <a:t>One row PER TOKEN of a 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name_token (indexable)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double_metaphone_code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trigram similarity()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phonetic matching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897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Tokens are split out so trigram/phonetic indexes work per-word — a multi-word name can match on any single token without fuzzy-matching the whole string.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UI — Bringing It to the User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API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GetNameSuggestionsAsync — autocomplete, simple LIKE prefix query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SearchPersonsAsync — resolves CountyId → name, calls search_persons($1..$7)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rows to SearchResultDto incl. match_metadata JSONB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SearchResponse with stopwatch-measured ExecutionTimeMs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SearchController.cs is a thin pass-through — no extra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AF1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box with live autocomplete suggestions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Max Results, Min Similarity %, County, Record Type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"Exact match always included; Fuzzy &amp; Phonetic on by default"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ranked: Exact → Trigram → Phonetic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this matched" link shows the explanation per row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Gotchas &amp; Open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filter resolution uses 1-based indexing with OFFSET — easy off-by-one if touched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fuzzy capped at 5,000 candidates, phonetic at 1,000 — performance guards, not bugs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 expansion silently no-ops if nickname_maps table is empty (no error)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priority order is hardcoded in dedup logic — update it if a new match type is added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thresholds (0.59 / 0.8 / 0.95) were tuned by hand — revisit with production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733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257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0" y="525780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E8"/>
                </a:solidFill>
              </a:rPr>
              <a:t>Repo access, this deck, and the full KT script will be shared after this session.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1220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Search Engine - KT</dc:title>
  <dc:subject>PptxGenJS Presentation</dc:subject>
  <dc:creator>Mahantesh</dc:creator>
  <cp:lastModifiedBy>Mahantesh Pujar</cp:lastModifiedBy>
  <cp:revision>1</cp:revision>
  <dcterms:created xsi:type="dcterms:W3CDTF">2026-06-26T08:03:13Z</dcterms:created>
  <dcterms:modified xsi:type="dcterms:W3CDTF">2026-06-26T08:09:45Z</dcterms:modified>
</cp:coreProperties>
</file>