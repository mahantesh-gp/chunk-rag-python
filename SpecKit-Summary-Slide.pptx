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Using GitHub Spec Kit Exploration (Mahantesh)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" y="1033272"/>
            <a:ext cx="438912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" y="1143000"/>
            <a:ext cx="329184" cy="329184"/>
          </a:xfrm>
          <a:prstGeom prst="ellipse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" y="1143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860A"/>
                </a:solidFill>
              </a:rPr>
              <a:t>Motivation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9456" y="1527048"/>
            <a:ext cx="4133088" cy="18288"/>
          </a:xfrm>
          <a:prstGeom prst="rect">
            <a:avLst/>
          </a:prstGeom>
          <a:solidFill>
            <a:srgbClr val="E0E6F0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4078224" cy="1207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Eliminating gap between requirements and development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Upfront Architectural Decision Records (ADRs)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Speed of development process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Automated documentation generation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Traceability — FR-XXX from spec to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33272"/>
            <a:ext cx="438912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91456" y="1143000"/>
            <a:ext cx="329184" cy="329184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143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93792" y="11430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A5A"/>
                </a:solidFill>
              </a:rPr>
              <a:t>Future Plan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91456" y="1527048"/>
            <a:ext cx="4133088" cy="18288"/>
          </a:xfrm>
          <a:prstGeom prst="rect">
            <a:avLst/>
          </a:prstGeom>
          <a:solidFill>
            <a:srgbClr val="E0E6F0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600200"/>
            <a:ext cx="4078224" cy="1207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</a:rPr>
              <a:t>Validation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</a:rPr>
              <a:t>  ○  Manual validation on implementation of user stories as requirements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</a:rPr>
              <a:t>Broaden Scope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</a:rPr>
              <a:t>  ○  Apply GitHub Spec Kit to further features and user stories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</a:rPr>
              <a:t>Integration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</a:rPr>
              <a:t>  ○  Integration with Azure DevOps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" y="2990088"/>
            <a:ext cx="43891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" y="3099816"/>
            <a:ext cx="329184" cy="329184"/>
          </a:xfrm>
          <a:prstGeom prst="ellipse">
            <a:avLst/>
          </a:prstGeom>
          <a:solidFill>
            <a:srgbClr val="2563B0"/>
          </a:solidFill>
          <a:ln w="12700">
            <a:solidFill>
              <a:srgbClr val="2563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3099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099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B0"/>
                </a:solidFill>
              </a:rPr>
              <a:t>What We Did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19456" y="3483864"/>
            <a:ext cx="4133088" cy="18288"/>
          </a:xfrm>
          <a:prstGeom prst="rect">
            <a:avLst/>
          </a:prstGeom>
          <a:solidFill>
            <a:srgbClr val="E0E6F0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557016"/>
            <a:ext cx="4078224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Evaluated GitHub Spec Kit using GHCP Rollout Dashboard. Generated: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</a:rPr>
              <a:t>  ○  Constitution — high level non-negotiable rules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</a:rPr>
              <a:t>  ○  Spec — derived from code (no BRD), FR-XXX criteria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</a:rPr>
              <a:t>  ○  Plan — architecture decisions, constitution gates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</a:rPr>
              <a:t>  ○  Tasks — dependency ordered, executable, phased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Generated 7 passing Playwright E2E tests from code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Traceability: FR-XXX chain grep-verified across all 5 artifacts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990088"/>
            <a:ext cx="43891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91456" y="3099816"/>
            <a:ext cx="329184" cy="329184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3099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93792" y="3099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91456" y="3483864"/>
            <a:ext cx="4133088" cy="18288"/>
          </a:xfrm>
          <a:prstGeom prst="rect">
            <a:avLst/>
          </a:prstGeom>
          <a:solidFill>
            <a:srgbClr val="E0E6F0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557016"/>
            <a:ext cx="4078224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Early results promising for faster development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Code-first approach eliminates BRD ambiguity — one source of truth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Evaluation focuses on reducing manual effort, improving consistency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Accelerates delivery without losing quality or traceability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</a:rPr>
              <a:t>EA Team  •  GitHub Spec Kit  •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2026-05-28T13:15:08Z</dcterms:created>
  <dcterms:modified xsi:type="dcterms:W3CDTF">2026-05-28T13:15:08Z</dcterms:modified>
</cp:coreProperties>
</file>