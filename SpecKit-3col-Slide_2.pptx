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03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4572000" cy="12344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3168" y="0"/>
            <a:ext cx="4370832" cy="123444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Using GitHub Spec Kit Exploration (Mahantesh)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237744" y="1298448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What is Spec Kit (SDD)?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487168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470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Spec Kit is an open-source toolkit from GitHub implementing Spec-Driven Development (SDD). It converts requirements into production-ready software through structured, AI-assisted execution — using GitHub Copilot, Claude Code, or Cursor.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4597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Instead of free-form prompting, Spec Kit drives: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Constitution </a:t>
            </a:r>
            <a:r>
              <a:rPr lang="en-US" sz="950" dirty="0">
                <a:solidFill>
                  <a:srgbClr val="333333"/>
                </a:solidFill>
              </a:rPr>
              <a:t>— non-negotiable project principles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9900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Specification </a:t>
            </a:r>
            <a:r>
              <a:rPr lang="en-US" sz="950" dirty="0">
                <a:solidFill>
                  <a:srgbClr val="333333"/>
                </a:solidFill>
              </a:rPr>
              <a:t>— user stories and FR-XXX requirements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23697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Plan </a:t>
            </a:r>
            <a:r>
              <a:rPr lang="en-US" sz="950" dirty="0">
                <a:solidFill>
                  <a:srgbClr val="333333"/>
                </a:solidFill>
              </a:rPr>
              <a:t>— architecture and technology decisions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4838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Tasks </a:t>
            </a:r>
            <a:r>
              <a:rPr lang="en-US" sz="950" dirty="0">
                <a:solidFill>
                  <a:srgbClr val="333333"/>
                </a:solidFill>
              </a:rPr>
              <a:t>— ordered, phased, executable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73075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Implement </a:t>
            </a:r>
            <a:r>
              <a:rPr lang="en-US" sz="950" dirty="0">
                <a:solidFill>
                  <a:srgbClr val="333333"/>
                </a:solidFill>
              </a:rPr>
              <a:t>— AI generates code within guardrails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Verification </a:t>
            </a:r>
            <a:r>
              <a:rPr lang="en-US" sz="950" dirty="0">
                <a:solidFill>
                  <a:srgbClr val="333333"/>
                </a:solidFill>
              </a:rPr>
              <a:t>— traceability and sign-off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This ensures consistent, repeatable, and scalable delivery across all project types.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45536" y="1298448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389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Where Spec Kit Helps?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73552" y="1773936"/>
            <a:ext cx="2487168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84708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Instead of ad-hoc prompts and manual coordination, Spec Kit enables: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73552" y="21854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Clear project context — constitution enforced across every AI interaction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73552" y="25237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Structured planning — verifiable requirements before code is generated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73552" y="286207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Parallel execution — tasks marked [P] run concurrently for speed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73552" y="32004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Built-in verification — /speckit.analyze catches gaps before implementation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73552" y="35387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Git-based delivery — version-controlled specs alongside source code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73552" y="387705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Full traceability — FR-XXX flows spec → plan → tasks → code → checklist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73552" y="42153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All this runs through simple slash commands while the AI agent handles complexity behind the scenes.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53328" y="1298448"/>
            <a:ext cx="288950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138988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Our Use Case: AI Driven Software Delivery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81344" y="1773936"/>
            <a:ext cx="2633472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184708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Evaluated GitHub Spec Kit for accelerating AI-assisted software delivery workflows across the organisation.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81344" y="22768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340"/>
                </a:solidFill>
              </a:rPr>
              <a:t>Applied across scenarios: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81344" y="25328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Feature development — greenfield spec-to-code workflow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81344" y="28346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Brownfield enhancement — adding to existing systems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81344" y="31363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Automated test generation alongside feature implementation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81344" y="34381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Security validation — OWASP compliance via constitution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81344" y="373989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Traceability and documentation for audit and review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63056" y="4041648"/>
            <a:ext cx="2670048" cy="914400"/>
          </a:xfrm>
          <a:prstGeom prst="rect">
            <a:avLst/>
          </a:prstGeom>
          <a:solidFill>
            <a:srgbClr val="EDF3FF"/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09651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</a:rPr>
              <a:t>Goal: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</a:rPr>
              <a:t>Leverage Spec Kit to enable spec-driven, AI-executed development — reducing manual effort while improving speed, quality, and reliability of delivery across new and existing projects.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01168" y="5047488"/>
            <a:ext cx="8942832" cy="13716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92624"/>
            <a:ext cx="8686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</a:rPr>
              <a:t>EA Team  •  GitHub Spec Kit  •  Spec-Driven Development  •  May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Office PowerPoint</Application>
  <PresentationFormat>On-screen Show (16:9)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Mahantesh Pujar</cp:lastModifiedBy>
  <cp:revision>1</cp:revision>
  <dcterms:created xsi:type="dcterms:W3CDTF">2026-05-29T05:01:40Z</dcterms:created>
  <dcterms:modified xsi:type="dcterms:W3CDTF">2026-05-29T05:29:51Z</dcterms:modified>
</cp:coreProperties>
</file>