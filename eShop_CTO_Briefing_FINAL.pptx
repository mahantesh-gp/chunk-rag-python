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77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DB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— eShop Security Case Study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eshopsandbox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4592" y="621792"/>
            <a:ext cx="1901952" cy="315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21792"/>
            <a:ext cx="19019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66544" y="621792"/>
            <a:ext cx="2350008" cy="315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6544" y="621792"/>
            <a:ext cx="235000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937260"/>
            <a:ext cx="1901952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" y="937260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66544" y="937260"/>
            <a:ext cx="235000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937260"/>
            <a:ext cx="22951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dotnet/eShop (.NET 8)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4592" y="1252728"/>
            <a:ext cx="1901952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" y="1252728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66544" y="1252728"/>
            <a:ext cx="235000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252728"/>
            <a:ext cx="22951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 C# files  •  18 microservices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" y="1568196"/>
            <a:ext cx="1901952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1568196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66544" y="1568196"/>
            <a:ext cx="235000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1568196"/>
            <a:ext cx="22951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exploitation-validator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4592" y="1883664"/>
            <a:ext cx="1901952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" y="1883664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Candidates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66544" y="1883664"/>
            <a:ext cx="235000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408" y="1883664"/>
            <a:ext cx="22951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generated by tool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4592" y="2199132"/>
            <a:ext cx="1901952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" y="2199132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Exploitable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66544" y="2199132"/>
            <a:ext cx="235000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2199132"/>
            <a:ext cx="22951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(Critical: 1  High: 3  Medium: 2)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514600"/>
            <a:ext cx="1901952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" y="2514600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66544" y="2514600"/>
            <a:ext cx="235000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2514600"/>
            <a:ext cx="22951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eliminated  —  40% noise removed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63093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FIXED: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868680"/>
            <a:ext cx="658368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868680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30368" y="868680"/>
            <a:ext cx="2761488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868680"/>
            <a:ext cx="2761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91856" y="868680"/>
            <a:ext cx="82296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91856" y="868680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1184148"/>
            <a:ext cx="65836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1184148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230368" y="1184148"/>
            <a:ext cx="276148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1184148"/>
            <a:ext cx="27066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— Any authenticated user reads/cancels any order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91856" y="1184148"/>
            <a:ext cx="82296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91856" y="1184148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0" y="1499616"/>
            <a:ext cx="65836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1499616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30368" y="1499616"/>
            <a:ext cx="276148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1499616"/>
            <a:ext cx="27066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write endpoints have zero authentication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91856" y="1499616"/>
            <a:ext cx="822960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91856" y="1499616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0" y="1815084"/>
            <a:ext cx="65836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1815084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230368" y="1815084"/>
            <a:ext cx="276148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5232" y="1815084"/>
            <a:ext cx="27066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via webhook subscription URL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991856" y="1815084"/>
            <a:ext cx="82296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91856" y="1815084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0" y="2130552"/>
            <a:ext cx="65836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2130552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230368" y="2130552"/>
            <a:ext cx="276148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85232" y="2130552"/>
            <a:ext cx="27066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audience validation globally disabled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91856" y="2130552"/>
            <a:ext cx="822960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91856" y="2130552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0" y="2446020"/>
            <a:ext cx="65836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0" y="2446020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230368" y="2446020"/>
            <a:ext cx="2761488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85232" y="2446020"/>
            <a:ext cx="27066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OAuth clients share hardcoded secret "secret"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991856" y="2446020"/>
            <a:ext cx="82296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91856" y="2446020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0" y="2761488"/>
            <a:ext cx="65836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2761488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230368" y="2761488"/>
            <a:ext cx="2761488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85232" y="2761488"/>
            <a:ext cx="27066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user credentials hardcoded in source code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991856" y="2761488"/>
            <a:ext cx="822960" cy="3154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91856" y="2761488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64592" y="3026664"/>
            <a:ext cx="8823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COMPARISON: Traditional vs. Agent Skill Pipeline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64592" y="3273552"/>
            <a:ext cx="2029968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" y="32735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194560" y="3273552"/>
            <a:ext cx="2487168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7355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681728" y="3273552"/>
            <a:ext cx="27432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81728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 Skills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24928" y="3273552"/>
            <a:ext cx="969264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24928" y="327355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64592" y="3547872"/>
            <a:ext cx="20299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19456" y="35478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Scan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2194560" y="3547872"/>
            <a:ext cx="2487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49424" y="35478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  (18 services, pen test)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681728" y="3547872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36592" y="35478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hrs  (341 files, all services mapped)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424928" y="3547872"/>
            <a:ext cx="9692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24928" y="35478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64592" y="3822192"/>
            <a:ext cx="202996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" y="38221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Confirmation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2194560" y="3822192"/>
            <a:ext cx="248716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49424" y="38221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days  (senior security engineer)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681728" y="3822192"/>
            <a:ext cx="27432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36592" y="382219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  (Stages A–C, 6 confirmed)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424928" y="3822192"/>
            <a:ext cx="96926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424928" y="382219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164592" y="4096512"/>
            <a:ext cx="20299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9456" y="409651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Development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2194560" y="4096512"/>
            <a:ext cx="24871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49424" y="40965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  (developer, 6 fixes)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681728" y="4096512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36592" y="40965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 (Stages D–E, fix code generated)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424928" y="4096512"/>
            <a:ext cx="9692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424928" y="409651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164592" y="4370832"/>
            <a:ext cx="202996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19456" y="437083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Testing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2194560" y="4370832"/>
            <a:ext cx="248716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49424" y="43708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 (QA + integration tests)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681728" y="4370832"/>
            <a:ext cx="27432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36592" y="43708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 (human review, 6 fixes verified)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424928" y="4370832"/>
            <a:ext cx="96926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424928" y="437083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164592" y="4645152"/>
            <a:ext cx="2029968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19456" y="464515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2194560" y="4645152"/>
            <a:ext cx="2487168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49424" y="464515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weeks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4681728" y="4645152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736592" y="464515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3.5 hours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424928" y="4645152"/>
            <a:ext cx="969264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4928" y="464515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164592" y="4956048"/>
            <a:ext cx="8823960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64592" y="4956048"/>
            <a:ext cx="882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reduction in mean-time-to-remediate (MTTR)  —  6–9 weeks  →  &lt; 3.5 hours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DB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Verification Results — eShop Security Tool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eshopsandbox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4592" y="5943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VERIFICATION:  Compile  ·  Runtime  ·  Logic  ·  Verdict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850392"/>
            <a:ext cx="56692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503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850392"/>
            <a:ext cx="56692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503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98448" y="850392"/>
            <a:ext cx="235915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85039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850392"/>
            <a:ext cx="7498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8503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7408" y="850392"/>
            <a:ext cx="7498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8503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57216" y="850392"/>
            <a:ext cx="6583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8503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15584" y="850392"/>
            <a:ext cx="65836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5584" y="8503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3952" y="850392"/>
            <a:ext cx="139903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850392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1234440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1234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1234440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1234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98448" y="1234440"/>
            <a:ext cx="2359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123444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— Orders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1234440"/>
            <a:ext cx="749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2344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07408" y="1234440"/>
            <a:ext cx="749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12344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57216" y="1234440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12344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15584" y="1234440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15584" y="12344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73952" y="1234440"/>
            <a:ext cx="1399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123444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4592" y="1618488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1618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1618488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1618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298448" y="1618488"/>
            <a:ext cx="235915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161848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Write Auth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0" y="1618488"/>
            <a:ext cx="74980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16184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07408" y="1618488"/>
            <a:ext cx="74980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7408" y="161848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57216" y="1618488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57216" y="16184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15584" y="1618488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15584" y="16184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73952" y="1618488"/>
            <a:ext cx="139903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3952" y="161848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 Policy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64592" y="2002536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4592" y="20025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31520" y="2002536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20025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298448" y="2002536"/>
            <a:ext cx="2359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3312" y="200253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— Webhook URL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0" y="2002536"/>
            <a:ext cx="749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0" y="20025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407408" y="2002536"/>
            <a:ext cx="749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07408" y="20025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57216" y="2002536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57216" y="200253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15584" y="2002536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15584" y="200253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473952" y="2002536"/>
            <a:ext cx="1399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73952" y="2002536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First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64592" y="2386584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4592" y="23865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31520" y="2386584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23865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298448" y="2386584"/>
            <a:ext cx="235915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3312" y="23865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Audience Disabled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0" y="2386584"/>
            <a:ext cx="74980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0" y="23865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407408" y="2386584"/>
            <a:ext cx="74980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07408" y="23865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157216" y="2386584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57216" y="23865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815584" y="2386584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15584" y="23865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473952" y="2386584"/>
            <a:ext cx="139903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73952" y="23865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164592" y="2770632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4592" y="27706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31520" y="2770632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27706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298448" y="2770632"/>
            <a:ext cx="2359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353312" y="277063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Client Secret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657600" y="2770632"/>
            <a:ext cx="749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0" y="27706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407408" y="2770632"/>
            <a:ext cx="7498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7408" y="27706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157216" y="2770632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57216" y="27706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815584" y="2770632"/>
            <a:ext cx="65836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15584" y="27706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473952" y="2770632"/>
            <a:ext cx="13990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473952" y="2770632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Null Guard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64592" y="3154680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64592" y="31546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731520" y="3154680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1520" y="31546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1298448" y="3154680"/>
            <a:ext cx="235915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353312" y="315468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Seed Credentials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3657600" y="3154680"/>
            <a:ext cx="74980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57600" y="3154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4407408" y="3154680"/>
            <a:ext cx="74980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07408" y="31546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5157216" y="3154680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157216" y="31546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5815584" y="3154680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815584" y="31546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6473952" y="3154680"/>
            <a:ext cx="139903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473952" y="31546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As-Is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164592" y="35021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ASSESSMENT SUMMARY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164592" y="3739896"/>
            <a:ext cx="22128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64592" y="37398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77440" y="3739896"/>
            <a:ext cx="22128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377440" y="37398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4590288" y="3739896"/>
            <a:ext cx="22128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590288" y="37398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Quality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6803136" y="3739896"/>
            <a:ext cx="198424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803136" y="3739896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164592" y="4050792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19456" y="40507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377440" y="4050792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432304" y="40507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/ 10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4590288" y="4050792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645152" y="40507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/ 10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6803136" y="4050792"/>
            <a:ext cx="1984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58000" y="405079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/ 10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164592" y="4361688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19456" y="43616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2377440" y="4361688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32304" y="43616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4590288" y="4361688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645152" y="43616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Engineer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6803136" y="4361688"/>
            <a:ext cx="19842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858000" y="436168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Assistant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164592" y="4672584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19456" y="46725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2377440" y="4672584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432304" y="46725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IDOR &amp; SSRF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4590288" y="4672584"/>
            <a:ext cx="2212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645152" y="467258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on all 6 fixes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6803136" y="4672584"/>
            <a:ext cx="1984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858000" y="467258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Fortify-level detection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164592" y="4983480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19456" y="4983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2377440" y="4983480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432304" y="4983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identified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4590288" y="4983480"/>
            <a:ext cx="22128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645152" y="4983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fix incomplete</a:t>
            </a:r>
            <a:endParaRPr lang="en-US" sz="1050" dirty="0"/>
          </a:p>
        </p:txBody>
      </p:sp>
      <p:sp>
        <p:nvSpPr>
          <p:cNvPr id="157" name="Shape 155"/>
          <p:cNvSpPr/>
          <p:nvPr/>
        </p:nvSpPr>
        <p:spPr>
          <a:xfrm>
            <a:off x="6803136" y="4983480"/>
            <a:ext cx="1984248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858000" y="49834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platform context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164592" y="5340096"/>
            <a:ext cx="882396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64592" y="5340096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fixes: Apply As-Is  ·  2 fixes: Minor Addition Needed  ·  1 fix: Extend Before Applying  ·  Avg Score: 7.8 / 10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DB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 &amp; Skill Improvement Plan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eshopsandbox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4592" y="5943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COMPARISON: Mythos  vs  Fortify  vs  SonarQube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850392"/>
            <a:ext cx="2212848" cy="2880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50392"/>
            <a:ext cx="221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850392"/>
            <a:ext cx="2011680" cy="2880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850392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850392"/>
            <a:ext cx="2011680" cy="2880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850392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850392"/>
            <a:ext cx="2587752" cy="2880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850392"/>
            <a:ext cx="2587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(Our Tool)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1138428"/>
            <a:ext cx="2212848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1138428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Depth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1138428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138428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1138428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138428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138428"/>
            <a:ext cx="2587752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138428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4592" y="1426464"/>
            <a:ext cx="2212848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" y="1426464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1426464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1426464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1426464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1426464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1426464"/>
            <a:ext cx="2587752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1426464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4592" y="1714500"/>
            <a:ext cx="2212848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" y="1714500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Detection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77440" y="1714500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1714500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0" y="1714500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3984" y="1714500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1714500"/>
            <a:ext cx="2587752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1714500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64592" y="2002536"/>
            <a:ext cx="2212848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" y="2002536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Detection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77440" y="2002536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2304" y="2002536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89120" y="2002536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2002536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2002536"/>
            <a:ext cx="2587752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2002536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Partial*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64592" y="2290572"/>
            <a:ext cx="2212848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" y="2290572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Generation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77440" y="2290572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32304" y="2290572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389120" y="2290572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3984" y="2290572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only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0" y="2290572"/>
            <a:ext cx="2587752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2290572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64592" y="2578608"/>
            <a:ext cx="2212848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" y="2578608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Awareness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77440" y="2578608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32304" y="2578608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389120" y="2578608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43984" y="2578608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0" y="2578608"/>
            <a:ext cx="2587752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2578608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Update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64592" y="2866644"/>
            <a:ext cx="2212848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9456" y="2866644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377440" y="2866644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32304" y="2866644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389120" y="2866644"/>
            <a:ext cx="2011680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43984" y="2866644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400800" y="2866644"/>
            <a:ext cx="2587752" cy="2880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55664" y="2866644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4 dismissed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64592" y="3154680"/>
            <a:ext cx="2212848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9456" y="3154680"/>
            <a:ext cx="2157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377440" y="3154680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32304" y="3154680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389120" y="3154680"/>
            <a:ext cx="2011680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43984" y="3154680"/>
            <a:ext cx="19568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400800" y="3154680"/>
            <a:ext cx="2587752" cy="2880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55664" y="3154680"/>
            <a:ext cx="25328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64592" y="3461004"/>
            <a:ext cx="8823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SSRF fix missing full RFC1918 172.16–172.31 range and Azure IMDS 169.254.169.254 — identified in our verification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64592" y="355015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IMPROVEMENT PLAN: V1 → V2  (based on our fix verification findings)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64592" y="3787902"/>
            <a:ext cx="438912" cy="2788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4592" y="3787902"/>
            <a:ext cx="4389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03504" y="3787902"/>
            <a:ext cx="1783080" cy="2788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504" y="3787902"/>
            <a:ext cx="1783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386584" y="3787902"/>
            <a:ext cx="3035808" cy="2788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86584" y="3787902"/>
            <a:ext cx="30358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 in eShop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422392" y="3787902"/>
            <a:ext cx="2578608" cy="2788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22392" y="3787902"/>
            <a:ext cx="25786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Action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001000" y="3787902"/>
            <a:ext cx="804672" cy="2788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01000" y="3787902"/>
            <a:ext cx="80467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64592" y="4066794"/>
            <a:ext cx="438912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64592" y="4066794"/>
            <a:ext cx="4389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03504" y="4066794"/>
            <a:ext cx="1783080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8368" y="4066794"/>
            <a:ext cx="172821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Context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386584" y="4066794"/>
            <a:ext cx="303580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441448" y="4066794"/>
            <a:ext cx="29809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 used env vars not Key Vault; F-003 missed 169.254.x IMDS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422392" y="4066794"/>
            <a:ext cx="257860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77256" y="4066794"/>
            <a:ext cx="25237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 block to skill: Key Vault, 169.254.x, Aspire mesh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001000" y="4066794"/>
            <a:ext cx="804672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55864" y="4066794"/>
            <a:ext cx="7498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164592" y="4345686"/>
            <a:ext cx="438912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64592" y="4345686"/>
            <a:ext cx="4389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03504" y="4345686"/>
            <a:ext cx="1783080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8368" y="4345686"/>
            <a:ext cx="172821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Fix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386584" y="4345686"/>
            <a:ext cx="3035808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41448" y="4345686"/>
            <a:ext cx="29809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 fix missing AddAuthorizationBuilder in Program.cs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422392" y="4345686"/>
            <a:ext cx="2578608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77256" y="4345686"/>
            <a:ext cx="25237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step: does fix need DI reg? config key? caller updates?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8001000" y="4345686"/>
            <a:ext cx="804672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55864" y="4345686"/>
            <a:ext cx="7498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164592" y="4624578"/>
            <a:ext cx="438912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64592" y="4624578"/>
            <a:ext cx="4389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03504" y="4624578"/>
            <a:ext cx="1783080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58368" y="4624578"/>
            <a:ext cx="172821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Template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386584" y="4624578"/>
            <a:ext cx="303580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441448" y="4624578"/>
            <a:ext cx="29809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172.17–172.31 range missing; 169.254.169.254 missing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5422392" y="4624578"/>
            <a:ext cx="257860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477256" y="4624578"/>
            <a:ext cx="25237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SSRF template with complete RFC1918 + IMDS version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8001000" y="4624578"/>
            <a:ext cx="804672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55864" y="4624578"/>
            <a:ext cx="7498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64592" y="4903470"/>
            <a:ext cx="438912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64592" y="4903470"/>
            <a:ext cx="4389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03504" y="4903470"/>
            <a:ext cx="1783080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58368" y="4903470"/>
            <a:ext cx="172821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2386584" y="4903470"/>
            <a:ext cx="3035808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441448" y="4903470"/>
            <a:ext cx="29809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F-005: config[key].Sha256() crashes if key not set in config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5422392" y="4903470"/>
            <a:ext cx="2578608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477256" y="4903470"/>
            <a:ext cx="25237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null guard required on all IConfiguration reads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8001000" y="4903470"/>
            <a:ext cx="804672" cy="27889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055864" y="4903470"/>
            <a:ext cx="7498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164592" y="5182362"/>
            <a:ext cx="438912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64592" y="5182362"/>
            <a:ext cx="43891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603504" y="5182362"/>
            <a:ext cx="1783080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58368" y="5182362"/>
            <a:ext cx="172821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 Warn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2386584" y="5182362"/>
            <a:ext cx="303580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441448" y="5182362"/>
            <a:ext cx="29809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 fix causes 401s across 18 services — no warning given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5422392" y="5182362"/>
            <a:ext cx="257860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77256" y="5182362"/>
            <a:ext cx="252374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Breaking Change Assessment section to every fix output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8001000" y="5182362"/>
            <a:ext cx="804672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055864" y="5182362"/>
            <a:ext cx="74980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64592" y="5497830"/>
            <a:ext cx="882396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64592" y="5497830"/>
            <a:ext cx="8823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 updates  →  Fix quality: 7.8 / 10  →  ~9.2 / 10   ·   Detection skill: No changes needed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Office PowerPoint</Application>
  <PresentationFormat>On-screen Show (16:9)</PresentationFormat>
  <Paragraphs>220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Mahantesh Pujar</cp:lastModifiedBy>
  <cp:revision>1</cp:revision>
  <dcterms:created xsi:type="dcterms:W3CDTF">2026-05-20T07:48:41Z</dcterms:created>
  <dcterms:modified xsi:type="dcterms:W3CDTF">2026-05-20T07:53:31Z</dcterms:modified>
</cp:coreProperties>
</file>