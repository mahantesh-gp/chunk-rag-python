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69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8DB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 — TODO App Security Case Study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TodoApp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64592" y="603504"/>
            <a:ext cx="4251960" cy="3063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03504"/>
            <a:ext cx="41605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METRICS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909828"/>
            <a:ext cx="1901952" cy="30632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909828"/>
            <a:ext cx="190195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66544" y="909828"/>
            <a:ext cx="2350008" cy="30632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909828"/>
            <a:ext cx="235000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" y="1216152"/>
            <a:ext cx="1901952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" y="1216152"/>
            <a:ext cx="18470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66544" y="1216152"/>
            <a:ext cx="2350008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1216152"/>
            <a:ext cx="22951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TodoApp (.NET 8 Web API + React)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4592" y="1522476"/>
            <a:ext cx="1901952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" y="1522476"/>
            <a:ext cx="18470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66544" y="1522476"/>
            <a:ext cx="2350008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1522476"/>
            <a:ext cx="22951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C# files  •  6 controllers  •  12 endpoints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4592" y="1828800"/>
            <a:ext cx="1901952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" y="1828800"/>
            <a:ext cx="18470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66544" y="1828800"/>
            <a:ext cx="2350008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21408" y="1828800"/>
            <a:ext cx="22951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exploitation-validator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2135124"/>
            <a:ext cx="1901952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" y="2135124"/>
            <a:ext cx="18470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Candidates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66544" y="2135124"/>
            <a:ext cx="2350008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21408" y="2135124"/>
            <a:ext cx="22951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generated by tool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4592" y="2441448"/>
            <a:ext cx="1901952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" y="2441448"/>
            <a:ext cx="18470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Exploitable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66544" y="2441448"/>
            <a:ext cx="2350008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21408" y="2441448"/>
            <a:ext cx="22951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(Critical: 1  High: 2  Medium: 3)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64592" y="2747772"/>
            <a:ext cx="1901952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" y="2747772"/>
            <a:ext cx="18470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066544" y="2747772"/>
            <a:ext cx="2350008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1408" y="2747772"/>
            <a:ext cx="22951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eliminated  —  25% noise removed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603504"/>
            <a:ext cx="4242816" cy="3063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603504"/>
            <a:ext cx="415137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FIXED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909828"/>
            <a:ext cx="658368" cy="3063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909828"/>
            <a:ext cx="658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230368" y="909828"/>
            <a:ext cx="2761488" cy="3063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909828"/>
            <a:ext cx="276148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91856" y="909828"/>
            <a:ext cx="822960" cy="3063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91856" y="909828"/>
            <a:ext cx="822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1216152"/>
            <a:ext cx="658368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1216152"/>
            <a:ext cx="658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230368" y="1216152"/>
            <a:ext cx="2761488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85232" y="1216152"/>
            <a:ext cx="270662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— Any user reads/updates/deletes any todo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991856" y="1216152"/>
            <a:ext cx="822960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91856" y="1216152"/>
            <a:ext cx="822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0" y="1522476"/>
            <a:ext cx="658368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1522476"/>
            <a:ext cx="658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F-002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230368" y="1522476"/>
            <a:ext cx="2761488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85232" y="1522476"/>
            <a:ext cx="270662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auth on bulk delete endpoint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91856" y="1522476"/>
            <a:ext cx="822960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91856" y="1522476"/>
            <a:ext cx="822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0" y="1828800"/>
            <a:ext cx="658368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1828800"/>
            <a:ext cx="658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F-003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230368" y="1828800"/>
            <a:ext cx="2761488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85232" y="1828800"/>
            <a:ext cx="270662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in todo search filter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991856" y="1828800"/>
            <a:ext cx="822960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91856" y="1828800"/>
            <a:ext cx="822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72000" y="2135124"/>
            <a:ext cx="658368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0" y="2135124"/>
            <a:ext cx="658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230368" y="2135124"/>
            <a:ext cx="2761488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85232" y="2135124"/>
            <a:ext cx="270662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 hardcoded in appsettings.json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991856" y="2135124"/>
            <a:ext cx="822960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91856" y="2135124"/>
            <a:ext cx="822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572000" y="2441448"/>
            <a:ext cx="658368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0" y="2441448"/>
            <a:ext cx="658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230368" y="2441448"/>
            <a:ext cx="2761488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85232" y="2441448"/>
            <a:ext cx="270662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on login endpoint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991856" y="2441448"/>
            <a:ext cx="822960" cy="306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91856" y="2441448"/>
            <a:ext cx="822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572000" y="2747772"/>
            <a:ext cx="658368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0" y="2747772"/>
            <a:ext cx="65836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F-006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230368" y="2747772"/>
            <a:ext cx="2761488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85232" y="2747772"/>
            <a:ext cx="270662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exposed in production error responses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991856" y="2747772"/>
            <a:ext cx="822960" cy="30632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91856" y="2747772"/>
            <a:ext cx="822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64592" y="3255264"/>
            <a:ext cx="8229600" cy="2606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7744" y="3255264"/>
            <a:ext cx="81381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COMPARISON: Traditional vs. Agent Skill Pipeline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64592" y="3515868"/>
            <a:ext cx="2029968" cy="2606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64592" y="3515868"/>
            <a:ext cx="20299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2194560" y="3515868"/>
            <a:ext cx="2487168" cy="2606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194560" y="3515868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681728" y="3515868"/>
            <a:ext cx="2743200" cy="2606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81728" y="3515868"/>
            <a:ext cx="27432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 Skills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424928" y="3515868"/>
            <a:ext cx="969264" cy="2606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424928" y="3515868"/>
            <a:ext cx="9692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164592" y="3776472"/>
            <a:ext cx="2029968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19456" y="3776472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Scan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2194560" y="3776472"/>
            <a:ext cx="2487168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49424" y="3776472"/>
            <a:ext cx="2432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  (manual code review)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681728" y="3776472"/>
            <a:ext cx="274320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36592" y="3776472"/>
            <a:ext cx="26883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min  (85 files, 12 endpoints scanned)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424928" y="3776472"/>
            <a:ext cx="969264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424928" y="3776472"/>
            <a:ext cx="9692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164592" y="4037076"/>
            <a:ext cx="2029968" cy="26060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19456" y="4037076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Confirmation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2194560" y="4037076"/>
            <a:ext cx="2487168" cy="26060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249424" y="4037076"/>
            <a:ext cx="2432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days  (senior developer)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681728" y="4037076"/>
            <a:ext cx="2743200" cy="26060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36592" y="4037076"/>
            <a:ext cx="26883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 (Stages A–C, 6 confirmed)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424928" y="4037076"/>
            <a:ext cx="969264" cy="26060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424928" y="4037076"/>
            <a:ext cx="9692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64592" y="4297680"/>
            <a:ext cx="2029968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19456" y="4297680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Development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2194560" y="4297680"/>
            <a:ext cx="2487168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249424" y="4297680"/>
            <a:ext cx="2432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  (developer, 6 fixes)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681728" y="4297680"/>
            <a:ext cx="274320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36592" y="4297680"/>
            <a:ext cx="26883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  (Stages D–E, fix code generated)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7424928" y="4297680"/>
            <a:ext cx="969264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24928" y="4297680"/>
            <a:ext cx="9692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164592" y="4558284"/>
            <a:ext cx="2029968" cy="26060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19456" y="4558284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Testing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2194560" y="4558284"/>
            <a:ext cx="2487168" cy="26060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249424" y="4558284"/>
            <a:ext cx="2432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  (QA + regression tests)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4681728" y="4558284"/>
            <a:ext cx="2743200" cy="26060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736592" y="4558284"/>
            <a:ext cx="26883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  (human review, 6 fixes verified)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7424928" y="4558284"/>
            <a:ext cx="969264" cy="26060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4928" y="4558284"/>
            <a:ext cx="9692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164592" y="4818888"/>
            <a:ext cx="2029968" cy="260604"/>
          </a:xfrm>
          <a:prstGeom prst="rect">
            <a:avLst/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9456" y="4818888"/>
            <a:ext cx="19751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2194560" y="4818888"/>
            <a:ext cx="2487168" cy="260604"/>
          </a:xfrm>
          <a:prstGeom prst="rect">
            <a:avLst/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249424" y="4818888"/>
            <a:ext cx="2432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weeks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4681728" y="4818888"/>
            <a:ext cx="2743200" cy="260604"/>
          </a:xfrm>
          <a:prstGeom prst="rect">
            <a:avLst/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736592" y="4818888"/>
            <a:ext cx="26883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hours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7424928" y="4818888"/>
            <a:ext cx="969264" cy="260604"/>
          </a:xfrm>
          <a:prstGeom prst="rect">
            <a:avLst/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424928" y="4818888"/>
            <a:ext cx="9692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~98%+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164592" y="5079492"/>
            <a:ext cx="8229600" cy="2606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64592" y="5079492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~98%+ reduction in MTTR  —  3–5 weeks  →  &lt; 2 hours  across 85 files, single .NET 8 Web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8DB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Verification Results — TODO App Security Tool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TodoApp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64592" y="594360"/>
            <a:ext cx="7708392" cy="3566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594360"/>
            <a:ext cx="7616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VERIFICATION:  Compile  ·  Runtime  ·  Logic  ·  Verdict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950976"/>
            <a:ext cx="566928" cy="3566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950976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950976"/>
            <a:ext cx="566928" cy="3566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950976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98448" y="950976"/>
            <a:ext cx="2359152" cy="3566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950976"/>
            <a:ext cx="2359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950976"/>
            <a:ext cx="749808" cy="3566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950976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950976"/>
            <a:ext cx="749808" cy="3566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950976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57216" y="950976"/>
            <a:ext cx="658368" cy="3566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950976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15584" y="950976"/>
            <a:ext cx="658368" cy="3566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5584" y="950976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73952" y="950976"/>
            <a:ext cx="1399032" cy="3566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950976"/>
            <a:ext cx="1399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" y="1307592"/>
            <a:ext cx="56692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307592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1307592"/>
            <a:ext cx="56692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1307592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98448" y="1307592"/>
            <a:ext cx="235915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3312" y="1307592"/>
            <a:ext cx="23042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— Todo ownership check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0" y="1307592"/>
            <a:ext cx="7498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1307592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07408" y="1307592"/>
            <a:ext cx="7498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1307592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57216" y="1307592"/>
            <a:ext cx="65836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1307592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15584" y="1307592"/>
            <a:ext cx="65836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15584" y="1307592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73952" y="1307592"/>
            <a:ext cx="139903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1307592"/>
            <a:ext cx="1399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As-Is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64592" y="1664208"/>
            <a:ext cx="56692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" y="1664208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1664208"/>
            <a:ext cx="56692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1664208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298448" y="1664208"/>
            <a:ext cx="2359152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3312" y="1664208"/>
            <a:ext cx="23042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Auth — BulkDelete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0" y="1664208"/>
            <a:ext cx="74980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1664208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07408" y="1664208"/>
            <a:ext cx="74980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07408" y="1664208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157216" y="1664208"/>
            <a:ext cx="65836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57216" y="1664208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15584" y="1664208"/>
            <a:ext cx="65836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15584" y="1664208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73952" y="1664208"/>
            <a:ext cx="1399032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1664208"/>
            <a:ext cx="1399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As-Is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64592" y="2020824"/>
            <a:ext cx="56692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" y="2020824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31520" y="2020824"/>
            <a:ext cx="56692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2020824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298448" y="2020824"/>
            <a:ext cx="235915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53312" y="2020824"/>
            <a:ext cx="23042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Search Filter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0" y="2020824"/>
            <a:ext cx="7498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0" y="2020824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407408" y="2020824"/>
            <a:ext cx="7498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07408" y="2020824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157216" y="2020824"/>
            <a:ext cx="65836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57216" y="2020824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815584" y="2020824"/>
            <a:ext cx="65836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15584" y="2020824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73952" y="2020824"/>
            <a:ext cx="139903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73952" y="2020824"/>
            <a:ext cx="1399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As-Is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64592" y="2377440"/>
            <a:ext cx="56692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4592" y="2377440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31520" y="2377440"/>
            <a:ext cx="56692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" y="2377440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1298448" y="2377440"/>
            <a:ext cx="2359152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353312" y="2377440"/>
            <a:ext cx="23042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JWT Secret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657600" y="2377440"/>
            <a:ext cx="74980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0" y="2377440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407408" y="2377440"/>
            <a:ext cx="74980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07408" y="2377440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157216" y="2377440"/>
            <a:ext cx="65836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57216" y="2377440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815584" y="2377440"/>
            <a:ext cx="65836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815584" y="2377440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473952" y="2377440"/>
            <a:ext cx="1399032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73952" y="2377440"/>
            <a:ext cx="1399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Null Guard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164592" y="2734056"/>
            <a:ext cx="56692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64592" y="2734056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731520" y="2734056"/>
            <a:ext cx="56692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1520" y="2734056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298448" y="2734056"/>
            <a:ext cx="235915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353312" y="2734056"/>
            <a:ext cx="23042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on Login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657600" y="2734056"/>
            <a:ext cx="7498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0" y="2734056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407408" y="2734056"/>
            <a:ext cx="74980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07408" y="2734056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157216" y="2734056"/>
            <a:ext cx="65836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157216" y="2734056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815584" y="2734056"/>
            <a:ext cx="658368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815584" y="2734056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6473952" y="2734056"/>
            <a:ext cx="139903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473952" y="2734056"/>
            <a:ext cx="1399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Policy Reg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164592" y="3090672"/>
            <a:ext cx="56692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64592" y="3090672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F-006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731520" y="3090672"/>
            <a:ext cx="56692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31520" y="3090672"/>
            <a:ext cx="566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1298448" y="3090672"/>
            <a:ext cx="2359152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353312" y="3090672"/>
            <a:ext cx="23042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in Error Response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657600" y="3090672"/>
            <a:ext cx="74980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57600" y="3090672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407408" y="3090672"/>
            <a:ext cx="74980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07408" y="3090672"/>
            <a:ext cx="749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157216" y="3090672"/>
            <a:ext cx="65836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157216" y="3090672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815584" y="3090672"/>
            <a:ext cx="658368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815584" y="3090672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473952" y="3090672"/>
            <a:ext cx="1399032" cy="35661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473952" y="3090672"/>
            <a:ext cx="1399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As-Is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164592" y="3520440"/>
            <a:ext cx="8622792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37744" y="3520440"/>
            <a:ext cx="8531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ASSESSMENT SUMMARY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164592" y="3831336"/>
            <a:ext cx="221284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64592" y="383133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2377440" y="3831336"/>
            <a:ext cx="221284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377440" y="383133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4590288" y="3831336"/>
            <a:ext cx="221284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590288" y="383133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Quality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6803136" y="3831336"/>
            <a:ext cx="198424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803136" y="3831336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164592" y="4142232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19456" y="414223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2377440" y="4142232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432304" y="414223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 / 10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4590288" y="4142232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645152" y="414223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/ 10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6803136" y="4142232"/>
            <a:ext cx="19842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858000" y="414223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/ 10</a:t>
            </a:r>
            <a:endParaRPr lang="en-US" sz="1050" dirty="0"/>
          </a:p>
        </p:txBody>
      </p:sp>
      <p:sp>
        <p:nvSpPr>
          <p:cNvPr id="137" name="Shape 135"/>
          <p:cNvSpPr/>
          <p:nvPr/>
        </p:nvSpPr>
        <p:spPr>
          <a:xfrm>
            <a:off x="164592" y="4453128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19456" y="445312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2377440" y="4453128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432304" y="445312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4590288" y="4453128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645152" y="445312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Mid-Senior Engineer</a:t>
            </a:r>
            <a:endParaRPr lang="en-US" sz="1050" dirty="0"/>
          </a:p>
        </p:txBody>
      </p:sp>
      <p:sp>
        <p:nvSpPr>
          <p:cNvPr id="143" name="Shape 141"/>
          <p:cNvSpPr/>
          <p:nvPr/>
        </p:nvSpPr>
        <p:spPr>
          <a:xfrm>
            <a:off x="6803136" y="4453128"/>
            <a:ext cx="19842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858000" y="4453128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Assistant</a:t>
            </a:r>
            <a:endParaRPr lang="en-US" sz="1050" dirty="0"/>
          </a:p>
        </p:txBody>
      </p:sp>
      <p:sp>
        <p:nvSpPr>
          <p:cNvPr id="145" name="Shape 143"/>
          <p:cNvSpPr/>
          <p:nvPr/>
        </p:nvSpPr>
        <p:spPr>
          <a:xfrm>
            <a:off x="164592" y="4764024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19456" y="476402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2377440" y="4764024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432304" y="476402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+ SQL injection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4590288" y="4764024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645152" y="476402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fixes apply as-is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6803136" y="4764024"/>
            <a:ext cx="19842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858000" y="476402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eShop (8.3)</a:t>
            </a:r>
            <a:endParaRPr lang="en-US" sz="1050" dirty="0"/>
          </a:p>
        </p:txBody>
      </p:sp>
      <p:sp>
        <p:nvSpPr>
          <p:cNvPr id="153" name="Shape 151"/>
          <p:cNvSpPr/>
          <p:nvPr/>
        </p:nvSpPr>
        <p:spPr>
          <a:xfrm>
            <a:off x="164592" y="5074920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19456" y="507492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2377440" y="5074920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432304" y="507492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identified</a:t>
            </a:r>
            <a:endParaRPr lang="en-US" sz="1050" dirty="0"/>
          </a:p>
        </p:txBody>
      </p:sp>
      <p:sp>
        <p:nvSpPr>
          <p:cNvPr id="157" name="Shape 155"/>
          <p:cNvSpPr/>
          <p:nvPr/>
        </p:nvSpPr>
        <p:spPr>
          <a:xfrm>
            <a:off x="4590288" y="5074920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645152" y="507492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rate limit DI reg</a:t>
            </a:r>
            <a:endParaRPr lang="en-US" sz="1050" dirty="0"/>
          </a:p>
        </p:txBody>
      </p:sp>
      <p:sp>
        <p:nvSpPr>
          <p:cNvPr id="159" name="Shape 157"/>
          <p:cNvSpPr/>
          <p:nvPr/>
        </p:nvSpPr>
        <p:spPr>
          <a:xfrm>
            <a:off x="6803136" y="5074920"/>
            <a:ext cx="19842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858000" y="50749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platform context</a:t>
            </a:r>
            <a:endParaRPr lang="en-US" sz="1050" dirty="0"/>
          </a:p>
        </p:txBody>
      </p:sp>
      <p:sp>
        <p:nvSpPr>
          <p:cNvPr id="161" name="Shape 159"/>
          <p:cNvSpPr/>
          <p:nvPr/>
        </p:nvSpPr>
        <p:spPr>
          <a:xfrm>
            <a:off x="164592" y="5385816"/>
            <a:ext cx="8622792" cy="3108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64592" y="5385816"/>
            <a:ext cx="8622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fixes: Apply As-Is  ·  2 fixes: Minor Addition  ·  Avg Score: 8.3 / 10  (higher than eShop 7.8 — simpler codebase)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8DB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 &amp; Skill Improvement Plan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TodoApp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64592" y="594360"/>
            <a:ext cx="88239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59436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COMPARISON: Mythos (Our Tool)  vs  Fortify  vs  SonarQube  —  TODO 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868680"/>
            <a:ext cx="2212848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8686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868680"/>
            <a:ext cx="20116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868680"/>
            <a:ext cx="20116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868680"/>
            <a:ext cx="25877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86868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(Our Tool)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" y="1143000"/>
            <a:ext cx="22128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" y="11430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Depth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0" y="114300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2304" y="11430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114300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11430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✗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1143000"/>
            <a:ext cx="25877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11430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✓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1417320"/>
            <a:ext cx="221284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" y="14173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 Analysis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77440" y="1417320"/>
            <a:ext cx="20116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32304" y="14173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1417320"/>
            <a:ext cx="20116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43984" y="14173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1417320"/>
            <a:ext cx="25877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141732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64592" y="1691640"/>
            <a:ext cx="22128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" y="16916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Detection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377440" y="169164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32304" y="16916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89120" y="169164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43984" y="16916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1691640"/>
            <a:ext cx="25877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169164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64592" y="1965960"/>
            <a:ext cx="221284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" y="19659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377440" y="1965960"/>
            <a:ext cx="20116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32304" y="196596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89120" y="1965960"/>
            <a:ext cx="20116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43984" y="196596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0" y="1965960"/>
            <a:ext cx="25877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55664" y="196596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64592" y="2240280"/>
            <a:ext cx="22128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" y="22402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Generation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377440" y="224028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32304" y="22402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389120" y="224028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43984" y="22402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only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400800" y="2240280"/>
            <a:ext cx="25877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55664" y="224028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64592" y="2514600"/>
            <a:ext cx="221284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9456" y="25146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Awareness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377440" y="2514600"/>
            <a:ext cx="20116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32304" y="25146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389120" y="2514600"/>
            <a:ext cx="20116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43984" y="25146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00800" y="2514600"/>
            <a:ext cx="25877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55664" y="25146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Update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64592" y="2788920"/>
            <a:ext cx="22128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9456" y="27889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377440" y="278892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32304" y="27889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389120" y="278892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43984" y="27889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400800" y="2788920"/>
            <a:ext cx="25877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55664" y="278892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2 dismissed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64592" y="3063240"/>
            <a:ext cx="221284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9456" y="30632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377440" y="3063240"/>
            <a:ext cx="20116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32304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389120" y="3063240"/>
            <a:ext cx="20116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43984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400800" y="3063240"/>
            <a:ext cx="258775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55664" y="306324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64592" y="3337560"/>
            <a:ext cx="8823960" cy="205740"/>
          </a:xfrm>
          <a:prstGeom prst="rect">
            <a:avLst/>
          </a:prstGeom>
          <a:solidFill>
            <a:srgbClr val="F0F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7744" y="3337560"/>
            <a:ext cx="8732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Same 5 skill gaps confirmed in both eShop and TODO app — V2 update applies universally to all .NET projects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64592" y="3598164"/>
            <a:ext cx="86410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7744" y="3598164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IMPROVEMENT PLAN: V1 → V2  (based on fix verification findings)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64592" y="3872484"/>
            <a:ext cx="438912" cy="274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4592" y="387248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03504" y="3872484"/>
            <a:ext cx="1783080" cy="274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3504" y="38724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386584" y="3872484"/>
            <a:ext cx="3035808" cy="274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86584" y="387248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Found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422392" y="3872484"/>
            <a:ext cx="2578608" cy="274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22392" y="387248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Action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8001000" y="3872484"/>
            <a:ext cx="804672" cy="274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01000" y="38724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64592" y="4146804"/>
            <a:ext cx="4389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4592" y="414680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03504" y="4146804"/>
            <a:ext cx="1783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8368" y="414680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Context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2386584" y="4146804"/>
            <a:ext cx="3035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441448" y="41468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 fix used env vars — not Azure Key Vault for JWT secret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5422392" y="4146804"/>
            <a:ext cx="25786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477256" y="414680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Azure Key Vault + managed identity to skill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8001000" y="4146804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55864" y="41468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164592" y="4421124"/>
            <a:ext cx="43891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64592" y="442112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603504" y="4421124"/>
            <a:ext cx="1783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8368" y="442112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Fix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2386584" y="4421124"/>
            <a:ext cx="3035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441448" y="442112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 fix missing AddRateLimiter policy in Program.cs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5422392" y="4421124"/>
            <a:ext cx="25786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77256" y="442112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does fix need middleware/DI registration?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8001000" y="4421124"/>
            <a:ext cx="8046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055864" y="442112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164592" y="4695444"/>
            <a:ext cx="4389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64592" y="469544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603504" y="4695444"/>
            <a:ext cx="1783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58368" y="46954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Template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2386584" y="4695444"/>
            <a:ext cx="3035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441448" y="469544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triggered — but template gaps confirmed from eShop scan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5422392" y="4695444"/>
            <a:ext cx="25786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77256" y="469544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Pre-emptive fix before scanning webhook-heavy apps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8001000" y="4695444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055864" y="46954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164592" y="4969764"/>
            <a:ext cx="43891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64592" y="49697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603504" y="4969764"/>
            <a:ext cx="17830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58368" y="496976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Safety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2386584" y="4969764"/>
            <a:ext cx="30358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441448" y="496976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F-004: config["JwtSecret"] crashes if key not set in config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5422392" y="4969764"/>
            <a:ext cx="257860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477256" y="496976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null guard on all IConfiguration reads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8001000" y="4969764"/>
            <a:ext cx="80467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055864" y="49697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164592" y="5244084"/>
            <a:ext cx="4389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64592" y="524408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603504" y="5244084"/>
            <a:ext cx="1783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58368" y="524408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 Warn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2386584" y="5244084"/>
            <a:ext cx="3035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441448" y="524408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 rate limiter blocks all requests if policy missing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5422392" y="5244084"/>
            <a:ext cx="25786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477256" y="52440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Breaking Change section to every fix output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8001000" y="5244084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055864" y="52440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164592" y="5518404"/>
            <a:ext cx="864108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64592" y="5518404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gaps confirmed across eShop &amp; TODO app  ·  V2 skill update is universal for all .NET projects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720</Words>
  <Application>Microsoft Office PowerPoint</Application>
  <PresentationFormat>On-screen Show (16:9)</PresentationFormat>
  <Paragraphs>221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Mahantesh Pujar</cp:lastModifiedBy>
  <cp:revision>1</cp:revision>
  <dcterms:created xsi:type="dcterms:W3CDTF">2026-05-20T09:47:17Z</dcterms:created>
  <dcterms:modified xsi:type="dcterms:W3CDTF">2026-05-20T09:59:10Z</dcterms:modified>
</cp:coreProperties>
</file>